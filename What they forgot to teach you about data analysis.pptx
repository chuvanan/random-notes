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5c153849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5c153849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5c15384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5c15384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5c153849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5c153849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5c153849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5c153849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5c153849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5c153849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5c153849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5c153849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5c153849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5c153849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Những gì họ quên không dạy bạn về phân tích dữ liệu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Nhắc lại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Tài liệu các khóa học cơ bản về R/Python/ML đã có trên Confluence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 là diễn đàn để trao đổi và thảo luận về phân tích dữ liệu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Thú nhận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Nhan đề bài trình bày là để câu view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Ý tưởng mượn từ 2 nguồn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What the forgot to teach you about R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 missing semester of your CS education</a:t>
            </a:r>
            <a:endParaRPr sz="1800"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Chủ đề ngày hôm nay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Các khía cạnh thực tế “nhưng ít được nói đến” về quá trình làm phân tích dữ liệu: tools, workflows, reproducibility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7" y="1894650"/>
            <a:ext cx="4154451" cy="31033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827100" y="2125025"/>
            <a:ext cx="34134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Reproducibility</a:t>
            </a:r>
            <a:r>
              <a:rPr lang="en" sz="1800">
                <a:solidFill>
                  <a:schemeClr val="dk2"/>
                </a:solidFill>
              </a:rPr>
              <a:t>: đạt được cùng 1 kết quả khi thực hiện lại phân tích trên cùng dữ liệu, câu lệnh và môi trường tính toán.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Tại sao nói về reproducibility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Option 1: </a:t>
            </a:r>
            <a:r>
              <a:rPr b="1" lang="en" sz="1800"/>
              <a:t>luôn luôn cần</a:t>
            </a:r>
            <a:endParaRPr b="1"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“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Tiêu chuẩn vàng: phân tích nào mà không tái lập được thì không đáng tin cậy, không dùng được.</a:t>
            </a:r>
            <a:endParaRPr i="1"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”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/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Option 2: không bao giờ cần</a:t>
            </a:r>
            <a:endParaRPr b="1"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“</a:t>
            </a:r>
            <a:endParaRPr sz="1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800"/>
              <a:t>Không cần thiết, làm ra kết quả là được, quá trình không quan trọng, không tái lập được cũng không phải vấn đề.</a:t>
            </a:r>
            <a:endParaRPr i="1" sz="18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"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Sự thật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5850" y="1177200"/>
            <a:ext cx="5628736" cy="332654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556400" y="1595375"/>
            <a:ext cx="2377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Người sử dụng phân tích ‘gần như' không có lựa chọn nào ngoài tin tưởng kết quả cung cấp bởi analyst</a:t>
            </a:r>
            <a:endParaRPr i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</a:t>
            </a:r>
            <a:r>
              <a:rPr lang="en"/>
              <a:t>ực tế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525" y="1314662"/>
            <a:ext cx="4306850" cy="325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627025" y="2054400"/>
            <a:ext cx="27894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Có nhiều </a:t>
            </a:r>
            <a:r>
              <a:rPr b="1" lang="en" sz="1800">
                <a:solidFill>
                  <a:schemeClr val="dk2"/>
                </a:solidFill>
              </a:rPr>
              <a:t>hạn chế</a:t>
            </a:r>
            <a:r>
              <a:rPr lang="en" sz="1800">
                <a:solidFill>
                  <a:schemeClr val="dk2"/>
                </a:solidFill>
              </a:rPr>
              <a:t> để đạt được reproducibility: deadline, </a:t>
            </a:r>
            <a:r>
              <a:rPr b="1" lang="en" sz="1800">
                <a:solidFill>
                  <a:schemeClr val="dk2"/>
                </a:solidFill>
              </a:rPr>
              <a:t>tools, worklows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 pipeline</a:t>
            </a:r>
            <a:endParaRPr/>
          </a:p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